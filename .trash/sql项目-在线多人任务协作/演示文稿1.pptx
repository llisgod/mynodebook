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270" y="197485"/>
            <a:ext cx="5839460" cy="66605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1675" y="521335"/>
            <a:ext cx="11090910" cy="60471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吕良</cp:lastModifiedBy>
  <cp:revision>155</cp:revision>
  <dcterms:created xsi:type="dcterms:W3CDTF">2019-06-19T02:08:00Z</dcterms:created>
  <dcterms:modified xsi:type="dcterms:W3CDTF">2025-05-26T06:33:48Z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2052-12.1.0.21171</vt:lpwstr>
  </property>
  <property fmtid="{D5CDD505-2E9C-101B-9397-08002B2CF9AE}" pid="3" name="ICV">
    <vt:lpwstr>C723E63592F748A9A57B68743FC186F7_11</vt:lpwstr>
  </property>
</Properties>
</file>